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000" y="2100000"/>
            <a:ext cx="1200000" cy="70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0000" y="1250000"/>
            <a:ext cx="105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AI AGENT PORTFOLIO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2350000"/>
            <a:ext cx="106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AI Sales Development Representative (SDR)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000" y="4250000"/>
            <a:ext cx="105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64748B"/>
                </a:solidFill>
                <a:latin typeface="Calibri"/>
              </a:rPr>
              <a:t>Idempotent lead qualification &amp; CRM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000" y="5350000"/>
            <a:ext cx="105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Presented by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Fauzan Ejaz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Live: sdr-agent-oxo5.onrender.com   ·   GitHub: fauzan111/AI-SDR-Agent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What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An AI agent that works inbound sales leads.</a:t>
            </a:r>
            <a:r>
              <a:rPr sz="1500" b="0">
                <a:solidFill>
                  <a:srgbClr val="64748B"/>
                </a:solidFill>
                <a:latin typeface="Calibri"/>
              </a:rPr>
              <a:t>  Engages, qualifies, enriches, and routes them.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Qualifies against an Ideal Customer Profile (ICP).</a:t>
            </a:r>
            <a:r>
              <a:rPr sz="1500" b="0">
                <a:solidFill>
                  <a:srgbClr val="64748B"/>
                </a:solidFill>
                <a:latin typeface="Calibri"/>
              </a:rPr>
              <a:t>  Objective filters + conversational judgment.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Pushes qualified leads into a CRM.</a:t>
            </a:r>
            <a:r>
              <a:rPr sz="1500" b="0">
                <a:solidFill>
                  <a:srgbClr val="64748B"/>
                </a:solidFill>
                <a:latin typeface="Calibri"/>
              </a:rPr>
              <a:t>  Built against HubSpot's real API.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Books meetings for qualified leads only.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The most common 'AI agent for startups' pitch.</a:t>
            </a:r>
            <a:r>
              <a:rPr sz="1500" b="0">
                <a:solidFill>
                  <a:srgbClr val="64748B"/>
                </a:solidFill>
                <a:latin typeface="Calibri"/>
              </a:rPr>
              <a:t>  Built with real integration rigor.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2 · SDR Agent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problem it solves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Sales teams waste hours qualifying low-fit leads.</a:t>
            </a:r>
            <a:r>
              <a:rPr sz="1500" b="0">
                <a:solidFill>
                  <a:srgbClr val="64748B"/>
                </a:solidFill>
                <a:latin typeface="Calibri"/>
              </a:rPr>
              <a:t>  Manual, slow, inconsistent.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Naive automation duplicates CRM records on retries.</a:t>
            </a:r>
            <a:r>
              <a:rPr sz="1500" b="0">
                <a:solidFill>
                  <a:srgbClr val="64748B"/>
                </a:solidFill>
                <a:latin typeface="Calibri"/>
              </a:rPr>
              <a:t>  Looks amateurish to anyone who has run an integration.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Real CRM integration is the hard part.</a:t>
            </a:r>
            <a:r>
              <a:rPr sz="1500" b="0">
                <a:solidFill>
                  <a:srgbClr val="64748B"/>
                </a:solidFill>
                <a:latin typeface="Calibri"/>
              </a:rPr>
              <a:t>  Idempotency and reliability, not the prompt.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Teams need trustworthy automation.</a:t>
            </a:r>
            <a:r>
              <a:rPr sz="1500" b="0">
                <a:solidFill>
                  <a:srgbClr val="64748B"/>
                </a:solidFill>
                <a:latin typeface="Calibri"/>
              </a:rPr>
              <a:t>  That never corrupts their system of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2 · SDR Agent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Inbound lead (webhook / form) → deduplication check.</a:t>
            </a:r>
            <a:r>
              <a:rPr sz="1500" b="0">
                <a:solidFill>
                  <a:srgbClr val="64748B"/>
                </a:solidFill>
                <a:latin typeface="Calibri"/>
              </a:rPr>
              <a:t>  By idempotency key.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Qualification agent: hard filters + conversational fit.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Enrichment fills company / size / industry.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Structured lead → CRM push (HubSpot upsert).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Meeting-scheduling handoff for qualified leads.</a:t>
            </a:r>
            <a:r>
              <a:rPr sz="1500" b="0">
                <a:solidFill>
                  <a:srgbClr val="64748B"/>
                </a:solidFill>
                <a:latin typeface="Calibri"/>
              </a:rPr>
              <a:t>  All processed retry-safely in the background.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2 · SDR Agent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Idempotency — the headline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A retried webhook must never create a duplicate lead.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Enforced by database unique constraints.</a:t>
            </a:r>
            <a:r>
              <a:rPr sz="1500" b="0">
                <a:solidFill>
                  <a:srgbClr val="64748B"/>
                </a:solidFill>
                <a:latin typeface="Calibri"/>
              </a:rPr>
              <a:t>  Plus a fast-path dedupe and an external-id backstop.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The worker re-validates state before acting.</a:t>
            </a:r>
            <a:r>
              <a:rPr sz="1500" b="0">
                <a:solidFill>
                  <a:srgbClr val="64748B"/>
                </a:solidFill>
                <a:latin typeface="Calibri"/>
              </a:rPr>
              <a:t>  It never blindly trusts the queue.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Proven under concurrency.</a:t>
            </a:r>
            <a:r>
              <a:rPr sz="1500" b="0">
                <a:solidFill>
                  <a:srgbClr val="64748B"/>
                </a:solidFill>
                <a:latin typeface="Calibri"/>
              </a:rPr>
              <a:t>  20 simultaneous identical requests → exactly one lead.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750000"/>
            <a:ext cx="1080000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4748B"/>
                </a:solidFill>
                <a:latin typeface="Calibri"/>
              </a:rPr>
              <a:t>This is what separates a real integration from a demo.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2 · SDR Agent   ·   Fauzan Ejaz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Hybrid qualification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Hard filters run in code first.</a:t>
            </a:r>
            <a:r>
              <a:rPr sz="1500" b="0">
                <a:solidFill>
                  <a:srgbClr val="64748B"/>
                </a:solidFill>
                <a:latin typeface="Calibri"/>
              </a:rPr>
              <a:t>  Company size, industry — objective, binary-correct facts.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They short-circuit before any LLM call.</a:t>
            </a:r>
            <a:r>
              <a:rPr sz="1500" b="0">
                <a:solidFill>
                  <a:srgbClr val="64748B"/>
                </a:solidFill>
                <a:latin typeface="Calibri"/>
              </a:rPr>
              <a:t>  You never let a model decide a numeric threshold.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Only ICP-passing leads get LLM-judged fit.</a:t>
            </a:r>
            <a:r>
              <a:rPr sz="1500" b="0">
                <a:solidFill>
                  <a:srgbClr val="64748B"/>
                </a:solidFill>
                <a:latin typeface="Calibri"/>
              </a:rPr>
              <a:t>  Conversational intent, budget, authority signals.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Audit trail attributes each decision honestly.</a:t>
            </a:r>
            <a:r>
              <a:rPr sz="1500" b="0">
                <a:solidFill>
                  <a:srgbClr val="64748B"/>
                </a:solidFill>
                <a:latin typeface="Calibri"/>
              </a:rPr>
              <a:t>  Code vs. LLM, recorded per lead.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2 · SDR Agent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Real integration &amp;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CRM adapter built against HubSpot v3.</a:t>
            </a:r>
            <a:r>
              <a:rPr sz="1500" b="0">
                <a:solidFill>
                  <a:srgbClr val="64748B"/>
                </a:solidFill>
                <a:latin typeface="Calibri"/>
              </a:rPr>
              <a:t>  Email-keyed upsert — idempotent server-side too.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Mock mode offline; real HubSpot with a token.</a:t>
            </a:r>
            <a:r>
              <a:rPr sz="1500" b="0">
                <a:solidFill>
                  <a:srgbClr val="64748B"/>
                </a:solidFill>
                <a:latin typeface="Calibri"/>
              </a:rPr>
              <a:t>  'Integrates with HubSpot', not just 'simulates'.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Retry-safe background processing (Celery).</a:t>
            </a:r>
            <a:r>
              <a:rPr sz="1500" b="0">
                <a:solidFill>
                  <a:srgbClr val="64748B"/>
                </a:solidFill>
                <a:latin typeface="Calibri"/>
              </a:rPr>
              <a:t>  acks_late + idempotent pipeline.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Failure recovers gracefully.</a:t>
            </a:r>
            <a:r>
              <a:rPr sz="1500" b="0">
                <a:solidFill>
                  <a:srgbClr val="64748B"/>
                </a:solidFill>
                <a:latin typeface="Calibri"/>
              </a:rPr>
              <a:t>  A failed CRM push resumes cleanly on retry.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Independent code review hardened the logic.</a:t>
            </a:r>
            <a:r>
              <a:rPr sz="1500" b="0">
                <a:solidFill>
                  <a:srgbClr val="64748B"/>
                </a:solidFill>
                <a:latin typeface="Calibri"/>
              </a:rPr>
              <a:t>  Real bugs found and fixed before shipping.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2 · SDR Agent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Engineering &amp;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Stack: FastAPI · LangGraph · SQLAlchemy · Celery · Redis.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Docker + GitHub Actions CI/CD, deployed live on Render.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Runs offline with no keys.</a:t>
            </a:r>
            <a:r>
              <a:rPr sz="1500" b="0">
                <a:solidFill>
                  <a:srgbClr val="64748B"/>
                </a:solidFill>
                <a:latin typeface="Calibri"/>
              </a:rPr>
              <a:t>  Mock CRM + heuristic scoring for instant demos.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13 automated tests, continuous integration green.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Concurrent retry proof passing on live Postgres.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2 · SDR Agent   ·   Fauzan Ejaz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0000" y="620000"/>
            <a:ext cx="520000" cy="70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0000" y="76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How this helps in the future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1620000"/>
            <a:ext cx="10800000" cy="1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00000"/>
            <a:ext cx="108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Proves I can build reliable, integration-heavy automation.</a:t>
            </a:r>
            <a:r>
              <a:rPr sz="1500" b="0">
                <a:solidFill>
                  <a:srgbClr val="64748B"/>
                </a:solidFill>
                <a:latin typeface="Calibri"/>
              </a:rPr>
              <a:t>  Core to sales-tech and GTM startups.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Demonstrates senior-level concerns.</a:t>
            </a:r>
            <a:r>
              <a:rPr sz="1500" b="0">
                <a:solidFill>
                  <a:srgbClr val="64748B"/>
                </a:solidFill>
                <a:latin typeface="Calibri"/>
              </a:rPr>
              <a:t>  Idempotency, CRM integration, distributed processing.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Shows I design for failure and retries.</a:t>
            </a:r>
            <a:r>
              <a:rPr sz="1500" b="0">
                <a:solidFill>
                  <a:srgbClr val="64748B"/>
                </a:solidFill>
                <a:latin typeface="Calibri"/>
              </a:rPr>
              <a:t>  Not just the happy path.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 </a:t>
            </a:r>
            <a:r>
              <a:rPr sz="1600" b="1">
                <a:solidFill>
                  <a:srgbClr val="1E293B"/>
                </a:solidFill>
                <a:latin typeface="Calibri"/>
              </a:rPr>
              <a:t>Maps directly to target roles.</a:t>
            </a:r>
            <a:r>
              <a:rPr sz="1500" b="0">
                <a:solidFill>
                  <a:srgbClr val="64748B"/>
                </a:solidFill>
                <a:latin typeface="Calibri"/>
              </a:rPr>
              <a:t>  AI Engineer · Integrations · Applied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750000"/>
            <a:ext cx="1080000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4748B"/>
                </a:solidFill>
                <a:latin typeface="Calibri"/>
              </a:rPr>
              <a:t>A live, testable product to walk an interviewer through.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6350000"/>
            <a:ext cx="7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Project 2 · SDR Agent   ·   Fauzan Ejaz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0" y="6350000"/>
            <a:ext cx="9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